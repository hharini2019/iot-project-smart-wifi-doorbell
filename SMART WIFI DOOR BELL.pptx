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lada Harinisri" userId="7b97aa0cb7a3a291" providerId="LiveId" clId="{BA091EB4-ED78-41A7-BBCB-75DCFB4A830A}"/>
    <pc:docChg chg="custSel modSld">
      <pc:chgData name="Allada Harinisri" userId="7b97aa0cb7a3a291" providerId="LiveId" clId="{BA091EB4-ED78-41A7-BBCB-75DCFB4A830A}" dt="2024-07-28T13:42:27.186" v="5" actId="14100"/>
      <pc:docMkLst>
        <pc:docMk/>
      </pc:docMkLst>
      <pc:sldChg chg="addSp delSp modSp mod">
        <pc:chgData name="Allada Harinisri" userId="7b97aa0cb7a3a291" providerId="LiveId" clId="{BA091EB4-ED78-41A7-BBCB-75DCFB4A830A}" dt="2024-07-28T13:42:27.186" v="5" actId="14100"/>
        <pc:sldMkLst>
          <pc:docMk/>
          <pc:sldMk cId="672070708" sldId="260"/>
        </pc:sldMkLst>
        <pc:picChg chg="del">
          <ac:chgData name="Allada Harinisri" userId="7b97aa0cb7a3a291" providerId="LiveId" clId="{BA091EB4-ED78-41A7-BBCB-75DCFB4A830A}" dt="2024-07-28T13:42:07.876" v="0" actId="478"/>
          <ac:picMkLst>
            <pc:docMk/>
            <pc:sldMk cId="672070708" sldId="260"/>
            <ac:picMk id="9" creationId="{6D2FC22D-CAFD-2D5D-8E12-AA582E2A3259}"/>
          </ac:picMkLst>
        </pc:picChg>
        <pc:picChg chg="add mod">
          <ac:chgData name="Allada Harinisri" userId="7b97aa0cb7a3a291" providerId="LiveId" clId="{BA091EB4-ED78-41A7-BBCB-75DCFB4A830A}" dt="2024-07-28T13:42:27.186" v="5" actId="14100"/>
          <ac:picMkLst>
            <pc:docMk/>
            <pc:sldMk cId="672070708" sldId="260"/>
            <ac:picMk id="11" creationId="{7131A495-8973-37C7-A990-3D221EA8B3A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4C4E2-3071-479A-8F05-B33A16600895}" type="datetimeFigureOut">
              <a:rPr lang="en-IN" smtClean="0"/>
              <a:t>28-07-2024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27113-22D5-420A-BAA0-9805037A3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41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4C4E2-3071-479A-8F05-B33A16600895}" type="datetimeFigureOut">
              <a:rPr lang="en-IN" smtClean="0"/>
              <a:t>28-07-2024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27113-22D5-420A-BAA0-9805037A3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550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4C4E2-3071-479A-8F05-B33A16600895}" type="datetimeFigureOut">
              <a:rPr lang="en-IN" smtClean="0"/>
              <a:t>28-07-2024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27113-22D5-420A-BAA0-9805037A3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778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4C4E2-3071-479A-8F05-B33A16600895}" type="datetimeFigureOut">
              <a:rPr lang="en-IN" smtClean="0"/>
              <a:t>28-07-2024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27113-22D5-420A-BAA0-9805037A3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00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4C4E2-3071-479A-8F05-B33A16600895}" type="datetimeFigureOut">
              <a:rPr lang="en-IN" smtClean="0"/>
              <a:t>28-07-2024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27113-22D5-420A-BAA0-9805037A3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786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4C4E2-3071-479A-8F05-B33A16600895}" type="datetimeFigureOut">
              <a:rPr lang="en-IN" smtClean="0"/>
              <a:t>28-07-2024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27113-22D5-420A-BAA0-9805037A3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875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4C4E2-3071-479A-8F05-B33A16600895}" type="datetimeFigureOut">
              <a:rPr lang="en-IN" smtClean="0"/>
              <a:t>28-07-2024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27113-22D5-420A-BAA0-9805037A3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924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4C4E2-3071-479A-8F05-B33A16600895}" type="datetimeFigureOut">
              <a:rPr lang="en-IN" smtClean="0"/>
              <a:t>28-07-2024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27113-22D5-420A-BAA0-9805037A3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247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4C4E2-3071-479A-8F05-B33A16600895}" type="datetimeFigureOut">
              <a:rPr lang="en-IN" smtClean="0"/>
              <a:t>28-07-2024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27113-22D5-420A-BAA0-9805037A3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072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4C4E2-3071-479A-8F05-B33A16600895}" type="datetimeFigureOut">
              <a:rPr lang="en-IN" smtClean="0"/>
              <a:t>28-07-2024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27113-22D5-420A-BAA0-9805037A3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494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4C4E2-3071-479A-8F05-B33A16600895}" type="datetimeFigureOut">
              <a:rPr lang="en-IN" smtClean="0"/>
              <a:t>28-07-2024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27113-22D5-420A-BAA0-9805037A3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618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4C4E2-3071-479A-8F05-B33A16600895}" type="datetimeFigureOut">
              <a:rPr lang="en-IN" smtClean="0"/>
              <a:t>28-07-2024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27113-22D5-420A-BAA0-9805037A30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601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-4260819" y="9117632"/>
            <a:ext cx="6084168" cy="2699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6AC76D7-3CA7-D3E8-157D-AF5AFE8A0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95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E3E63F-EF6A-A5B7-D702-77D078970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395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1B0189-FC6B-FDC6-255A-78465EDA2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0364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240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4D4F67-C52C-F51A-585E-EFCBDCF14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1400"/>
            <a:ext cx="9143999" cy="70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310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131A495-8973-37C7-A990-3D221EA8B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070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8318A3-88D4-C4D3-FF28-2C23EDAA0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380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0</Words>
  <Application>Microsoft Office PowerPoint</Application>
  <PresentationFormat>On-screen Show (4:3)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Asuss</dc:creator>
  <cp:lastModifiedBy>Allada Harinisri</cp:lastModifiedBy>
  <cp:revision>5</cp:revision>
  <dcterms:created xsi:type="dcterms:W3CDTF">2023-05-31T15:07:40Z</dcterms:created>
  <dcterms:modified xsi:type="dcterms:W3CDTF">2024-07-28T13:42:34Z</dcterms:modified>
</cp:coreProperties>
</file>